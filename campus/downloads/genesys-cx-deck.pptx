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/>
          <p:nvPr/>
        </p:nvSpPr>
        <p:spPr>
          <a:xfrm>
            <a:off x="360000" y="280000"/>
            <a:ext cx="8400000" cy="620000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Genesys Cloud CX Lab</a:t>
            </a:r>
          </a:p>
          <a:p>
            <a:r>
              <a:rPr lang="en-US" sz="1600"/>
              <a:t>Signal Floor</a:t>
            </a:r>
          </a:p>
          <a:p>
            <a:r>
              <a:rPr lang="en-US" sz="1600"/>
              <a:t>Independent, free, learning-only</a:t>
            </a:r>
          </a:p>
          <a:p>
            <a:r>
              <a:rPr lang="en-US" sz="1600"/>
              <a:t>© 2026 CypherMonkeyLabs</a:t>
            </a:r>
          </a:p>
          <a:p>
            <a:r>
              <a:rPr lang="en-US" sz="1600"/>
              <a:t>https://cyphermonkeylabs.com</a:t>
            </a:r>
          </a:p>
          <a:p>
            <a:r>
              <a:rPr lang="en-US" sz="1600"/>
              <a:t>https://github.com/CypherMonkeyLabs</a:t>
            </a:r>
          </a:p>
          <a:p>
            <a:r>
              <a:rPr lang="en-US" sz="1600"/>
              <a:t>https://linktr.ee/cypherMonkey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/>
          <p:nvPr/>
        </p:nvSpPr>
        <p:spPr>
          <a:xfrm>
            <a:off x="360000" y="280000"/>
            <a:ext cx="8400000" cy="620000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Learn it in 5 minutes</a:t>
            </a:r>
          </a:p>
          <a:p>
            <a:r>
              <a:rPr lang="en-US" sz="1600"/>
              <a:t>Genesys Cloud CX is the contact-center platform. This lab does not sign in.</a:t>
            </a:r>
          </a:p>
          <a:p>
            <a:r>
              <a:rPr lang="en-US" sz="1600"/>
              <a:t>SIP sets the call up. RTP moves the audio.</a:t>
            </a:r>
          </a:p>
          <a:p>
            <a:r>
              <a:rPr lang="en-US" sz="1600"/>
              <a:t>Publish the Architect flow. A draft does not answer.</a:t>
            </a:r>
          </a:p>
          <a:p>
            <a:r>
              <a:rPr lang="en-US" sz="1600"/>
              <a:t>Bullseye, preferred agents, and evaluation methods are separate routing choices.</a:t>
            </a:r>
          </a:p>
          <a:p>
            <a:r>
              <a:rPr lang="en-US" sz="1600"/>
              <a:t>Confirm before relying. The cited page wins.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/>
          <p:nvPr/>
        </p:nvSpPr>
        <p:spPr>
          <a:xfrm>
            <a:off x="360000" y="280000"/>
            <a:ext cx="8400000" cy="620000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Routing</a:t>
            </a:r>
          </a:p>
          <a:p>
            <a:r>
              <a:rPr lang="en-US" sz="1600"/>
              <a:t>On Queue</a:t>
            </a:r>
          </a:p>
          <a:p>
            <a:r>
              <a:rPr lang="en-US" sz="1600"/>
              <a:t>Under utilization</a:t>
            </a:r>
          </a:p>
          <a:p>
            <a:r>
              <a:rPr lang="en-US" sz="1600"/>
              <a:t>Skill result the evaluation method accepts</a:t>
            </a:r>
          </a:p>
          <a:p>
            <a:r>
              <a:rPr lang="en-US" sz="1600"/>
              <a:t>Preferred agents can go 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/>
          <p:nvPr/>
        </p:nvSpPr>
        <p:spPr>
          <a:xfrm>
            <a:off x="360000" y="280000"/>
            <a:ext cx="8400000" cy="620000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Downloads</a:t>
            </a:r>
          </a:p>
          <a:p>
            <a:r>
              <a:rPr lang="en-US" sz="1600"/>
              <a:t>Sheets HTML PDF PNG SVG</a:t>
            </a:r>
          </a:p>
          <a:p>
            <a:r>
              <a:rPr lang="en-US" sz="1600"/>
              <a:t>Flashcards HTML JSON PDF</a:t>
            </a:r>
          </a:p>
          <a:p>
            <a:r>
              <a:rPr lang="en-US" sz="1600"/>
              <a:t>Checklist DOCX PDF HTML</a:t>
            </a:r>
          </a:p>
          <a:p>
            <a:r>
              <a:rPr lang="en-US" sz="1600"/>
              <a:t>Diagram SVG PNG HTML</a:t>
            </a:r>
          </a:p>
          <a:p>
            <a:r>
              <a:rPr lang="en-US" sz="1600"/>
              <a:t>This is an independent, free, learning-only student project. It respects every company and vendor, and every trademark belongs to its owner. It is not affiliated with or endorsed by any of them. If anyone has a concern, the content will be removed or corrected promptly via https://cyphermonkeylabs.com/#contact. Nothing here is sold, and I am happy to volunteer for any organization.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/>
          <p:nvPr/>
        </p:nvSpPr>
        <p:spPr>
          <a:xfrm>
            <a:off x="360000" y="280000"/>
            <a:ext cx="8400000" cy="620000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Sources and go deeper</a:t>
            </a:r>
          </a:p>
          <a:p>
            <a:r>
              <a:rPr lang="en-US" sz="1600"/>
              <a:t>Sources and go deeper</a:t>
            </a:r>
          </a:p>
          <a:p>
            <a:r>
              <a:rPr lang="en-US" sz="1600"/>
              <a:t>Last checked 2026-10</a:t>
            </a:r>
          </a:p>
          <a:p>
            <a:r>
              <a:rPr lang="en-US" sz="1600"/>
              <a:t>About Architect (Resource Center) https://help.genesys.cloud/articles/about-architect/ Last checked 2026-10</a:t>
            </a:r>
          </a:p>
          <a:p>
            <a:r>
              <a:rPr lang="en-US" sz="1600"/>
              <a:t>Genesys Cloud Developer Center (Developer docs) https://developer.genesys.cloud/ Last checked 2026-10</a:t>
            </a:r>
          </a:p>
          <a:p>
            <a:r>
              <a:rPr lang="en-US" sz="1600"/>
              <a:t>  General developer docs. This is the Developer Center home, not a page written for this room alone.</a:t>
            </a:r>
          </a:p>
          <a:p>
            <a:r>
              <a:rPr lang="en-US" sz="1600"/>
              <a:t>Genesys Community (Community) https://community.genesys.com/ Last checked 2026-10</a:t>
            </a:r>
          </a:p>
          <a:p>
            <a:r>
              <a:rPr lang="en-US" sz="1600"/>
              <a:t>  Community home, not a thread about this room.</a:t>
            </a:r>
          </a:p>
          <a:p>
            <a:r>
              <a:rPr lang="en-US" sz="1600"/>
              <a:t>Genesys (company) (Wikipedia) https://en.wikipedia.org/wiki/Genesys_(company) Last checked 2026-10</a:t>
            </a:r>
          </a:p>
          <a:p>
            <a:r>
              <a:rPr lang="en-US" sz="1600"/>
              <a:t>  Background article. It is not a Genesys Cloud product page.</a:t>
            </a:r>
          </a:p>
        </p:txBody>
      </p:sp>
    </p:spTree>
  </p:cSld>
  <p:clrMapOvr>
    <a:masterClrMapping/>
  </p:clrMapOvr>
</p:sld>
</file>